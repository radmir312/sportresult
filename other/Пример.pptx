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7" r:id="rId2"/>
    <p:sldId id="263" r:id="rId3"/>
    <p:sldId id="264" r:id="rId4"/>
    <p:sldId id="262" r:id="rId5"/>
    <p:sldId id="260" r:id="rId6"/>
    <p:sldId id="261" r:id="rId7"/>
    <p:sldId id="268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53047" autoAdjust="0"/>
  </p:normalViewPr>
  <p:slideViewPr>
    <p:cSldViewPr>
      <p:cViewPr varScale="1">
        <p:scale>
          <a:sx n="63" d="100"/>
          <a:sy n="63" d="100"/>
        </p:scale>
        <p:origin x="12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аргарита чаплиц" userId="cf7eaca118a82b73" providerId="LiveId" clId="{3084F92C-A1C9-4DB8-8CF3-B185450A3403}"/>
    <pc:docChg chg="undo custSel addSld delSld modSld sldOrd">
      <pc:chgData name="маргарита чаплиц" userId="cf7eaca118a82b73" providerId="LiveId" clId="{3084F92C-A1C9-4DB8-8CF3-B185450A3403}" dt="2026-04-14T19:10:57.019" v="41" actId="47"/>
      <pc:docMkLst>
        <pc:docMk/>
      </pc:docMkLst>
      <pc:sldChg chg="del">
        <pc:chgData name="маргарита чаплиц" userId="cf7eaca118a82b73" providerId="LiveId" clId="{3084F92C-A1C9-4DB8-8CF3-B185450A3403}" dt="2026-04-14T19:07:12.184" v="0" actId="2696"/>
        <pc:sldMkLst>
          <pc:docMk/>
          <pc:sldMk cId="0" sldId="258"/>
        </pc:sldMkLst>
      </pc:sldChg>
      <pc:sldChg chg="del">
        <pc:chgData name="маргарита чаплиц" userId="cf7eaca118a82b73" providerId="LiveId" clId="{3084F92C-A1C9-4DB8-8CF3-B185450A3403}" dt="2026-04-14T19:07:56.195" v="3" actId="47"/>
        <pc:sldMkLst>
          <pc:docMk/>
          <pc:sldMk cId="0" sldId="259"/>
        </pc:sldMkLst>
      </pc:sldChg>
      <pc:sldChg chg="ord">
        <pc:chgData name="маргарита чаплиц" userId="cf7eaca118a82b73" providerId="LiveId" clId="{3084F92C-A1C9-4DB8-8CF3-B185450A3403}" dt="2026-04-14T19:07:51.970" v="2"/>
        <pc:sldMkLst>
          <pc:docMk/>
          <pc:sldMk cId="0" sldId="260"/>
        </pc:sldMkLst>
      </pc:sldChg>
      <pc:sldChg chg="ord">
        <pc:chgData name="маргарита чаплиц" userId="cf7eaca118a82b73" providerId="LiveId" clId="{3084F92C-A1C9-4DB8-8CF3-B185450A3403}" dt="2026-04-14T19:07:58.225" v="5"/>
        <pc:sldMkLst>
          <pc:docMk/>
          <pc:sldMk cId="0" sldId="261"/>
        </pc:sldMkLst>
      </pc:sldChg>
      <pc:sldChg chg="addSp delSp modSp mod">
        <pc:chgData name="маргарита чаплиц" userId="cf7eaca118a82b73" providerId="LiveId" clId="{3084F92C-A1C9-4DB8-8CF3-B185450A3403}" dt="2026-04-14T19:09:13.888" v="15" actId="1076"/>
        <pc:sldMkLst>
          <pc:docMk/>
          <pc:sldMk cId="0" sldId="262"/>
        </pc:sldMkLst>
        <pc:spChg chg="add mod">
          <ac:chgData name="маргарита чаплиц" userId="cf7eaca118a82b73" providerId="LiveId" clId="{3084F92C-A1C9-4DB8-8CF3-B185450A3403}" dt="2026-04-14T19:09:13.888" v="15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маргарита чаплиц" userId="cf7eaca118a82b73" providerId="LiveId" clId="{3084F92C-A1C9-4DB8-8CF3-B185450A3403}" dt="2026-04-14T19:09:08.069" v="14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маргарита чаплиц" userId="cf7eaca118a82b73" providerId="LiveId" clId="{3084F92C-A1C9-4DB8-8CF3-B185450A3403}" dt="2026-04-14T19:09:08.069" v="14" actId="1076"/>
          <ac:spMkLst>
            <pc:docMk/>
            <pc:sldMk cId="0" sldId="262"/>
            <ac:spMk id="6" creationId="{00000000-0000-0000-0000-000000000000}"/>
          </ac:spMkLst>
        </pc:spChg>
        <pc:spChg chg="del">
          <ac:chgData name="маргарита чаплиц" userId="cf7eaca118a82b73" providerId="LiveId" clId="{3084F92C-A1C9-4DB8-8CF3-B185450A3403}" dt="2026-04-14T19:08:56.477" v="11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маргарита чаплиц" userId="cf7eaca118a82b73" providerId="LiveId" clId="{3084F92C-A1C9-4DB8-8CF3-B185450A3403}" dt="2026-04-14T19:08:56.477" v="11" actId="478"/>
          <ac:spMkLst>
            <pc:docMk/>
            <pc:sldMk cId="0" sldId="262"/>
            <ac:spMk id="9" creationId="{00000000-0000-0000-0000-000000000000}"/>
          </ac:spMkLst>
        </pc:spChg>
        <pc:picChg chg="del">
          <ac:chgData name="маргарита чаплиц" userId="cf7eaca118a82b73" providerId="LiveId" clId="{3084F92C-A1C9-4DB8-8CF3-B185450A3403}" dt="2026-04-14T19:08:59.908" v="13" actId="478"/>
          <ac:picMkLst>
            <pc:docMk/>
            <pc:sldMk cId="0" sldId="262"/>
            <ac:picMk id="5122" creationId="{00000000-0000-0000-0000-000000000000}"/>
          </ac:picMkLst>
        </pc:picChg>
        <pc:picChg chg="del">
          <ac:chgData name="маргарита чаплиц" userId="cf7eaca118a82b73" providerId="LiveId" clId="{3084F92C-A1C9-4DB8-8CF3-B185450A3403}" dt="2026-04-14T19:08:58.067" v="12" actId="478"/>
          <ac:picMkLst>
            <pc:docMk/>
            <pc:sldMk cId="0" sldId="262"/>
            <ac:picMk id="5123" creationId="{00000000-0000-0000-0000-000000000000}"/>
          </ac:picMkLst>
        </pc:picChg>
        <pc:picChg chg="add mod">
          <ac:chgData name="маргарита чаплиц" userId="cf7eaca118a82b73" providerId="LiveId" clId="{3084F92C-A1C9-4DB8-8CF3-B185450A3403}" dt="2026-04-14T19:09:13.888" v="15" actId="1076"/>
          <ac:picMkLst>
            <pc:docMk/>
            <pc:sldMk cId="0" sldId="262"/>
            <ac:picMk id="24578" creationId="{00000000-0000-0000-0000-000000000000}"/>
          </ac:picMkLst>
        </pc:picChg>
      </pc:sldChg>
      <pc:sldChg chg="del">
        <pc:chgData name="маргарита чаплиц" userId="cf7eaca118a82b73" providerId="LiveId" clId="{3084F92C-A1C9-4DB8-8CF3-B185450A3403}" dt="2026-04-14T19:09:32.322" v="17" actId="47"/>
        <pc:sldMkLst>
          <pc:docMk/>
          <pc:sldMk cId="0" sldId="265"/>
        </pc:sldMkLst>
      </pc:sldChg>
      <pc:sldChg chg="del">
        <pc:chgData name="маргарита чаплиц" userId="cf7eaca118a82b73" providerId="LiveId" clId="{3084F92C-A1C9-4DB8-8CF3-B185450A3403}" dt="2026-04-14T19:09:33.944" v="18" actId="47"/>
        <pc:sldMkLst>
          <pc:docMk/>
          <pc:sldMk cId="0" sldId="266"/>
        </pc:sldMkLst>
      </pc:sldChg>
      <pc:sldChg chg="del">
        <pc:chgData name="маргарита чаплиц" userId="cf7eaca118a82b73" providerId="LiveId" clId="{3084F92C-A1C9-4DB8-8CF3-B185450A3403}" dt="2026-04-14T19:10:57.019" v="41" actId="47"/>
        <pc:sldMkLst>
          <pc:docMk/>
          <pc:sldMk cId="0" sldId="267"/>
        </pc:sldMkLst>
      </pc:sldChg>
      <pc:sldChg chg="addSp delSp modSp del mod">
        <pc:chgData name="маргарита чаплиц" userId="cf7eaca118a82b73" providerId="LiveId" clId="{3084F92C-A1C9-4DB8-8CF3-B185450A3403}" dt="2026-04-14T19:09:20.041" v="16" actId="47"/>
        <pc:sldMkLst>
          <pc:docMk/>
          <pc:sldMk cId="0" sldId="268"/>
        </pc:sldMkLst>
        <pc:spChg chg="add del mod">
          <ac:chgData name="маргарита чаплиц" userId="cf7eaca118a82b73" providerId="LiveId" clId="{3084F92C-A1C9-4DB8-8CF3-B185450A3403}" dt="2026-04-14T19:08:14.594" v="7" actId="21"/>
          <ac:spMkLst>
            <pc:docMk/>
            <pc:sldMk cId="0" sldId="268"/>
            <ac:spMk id="4" creationId="{0F40CC9F-B405-CA0C-E987-EB37F484EF6A}"/>
          </ac:spMkLst>
        </pc:spChg>
        <pc:spChg chg="del">
          <ac:chgData name="маргарита чаплиц" userId="cf7eaca118a82b73" providerId="LiveId" clId="{3084F92C-A1C9-4DB8-8CF3-B185450A3403}" dt="2026-04-14T19:08:23.030" v="8" actId="21"/>
          <ac:spMkLst>
            <pc:docMk/>
            <pc:sldMk cId="0" sldId="268"/>
            <ac:spMk id="7" creationId="{00000000-0000-0000-0000-000000000000}"/>
          </ac:spMkLst>
        </pc:spChg>
        <pc:spChg chg="add mod">
          <ac:chgData name="маргарита чаплиц" userId="cf7eaca118a82b73" providerId="LiveId" clId="{3084F92C-A1C9-4DB8-8CF3-B185450A3403}" dt="2026-04-14T19:08:23.030" v="8" actId="21"/>
          <ac:spMkLst>
            <pc:docMk/>
            <pc:sldMk cId="0" sldId="268"/>
            <ac:spMk id="11" creationId="{D73772AA-A92B-6837-4013-CF58A5098D5A}"/>
          </ac:spMkLst>
        </pc:spChg>
        <pc:picChg chg="add del">
          <ac:chgData name="маргарита чаплиц" userId="cf7eaca118a82b73" providerId="LiveId" clId="{3084F92C-A1C9-4DB8-8CF3-B185450A3403}" dt="2026-04-14T19:08:23.030" v="8" actId="21"/>
          <ac:picMkLst>
            <pc:docMk/>
            <pc:sldMk cId="0" sldId="268"/>
            <ac:picMk id="24578" creationId="{00000000-0000-0000-0000-000000000000}"/>
          </ac:picMkLst>
        </pc:picChg>
      </pc:sldChg>
      <pc:sldChg chg="addSp delSp modSp new mod">
        <pc:chgData name="маргарита чаплиц" userId="cf7eaca118a82b73" providerId="LiveId" clId="{3084F92C-A1C9-4DB8-8CF3-B185450A3403}" dt="2026-04-14T19:10:49.752" v="40" actId="478"/>
        <pc:sldMkLst>
          <pc:docMk/>
          <pc:sldMk cId="2780025162" sldId="268"/>
        </pc:sldMkLst>
        <pc:spChg chg="mod">
          <ac:chgData name="маргарита чаплиц" userId="cf7eaca118a82b73" providerId="LiveId" clId="{3084F92C-A1C9-4DB8-8CF3-B185450A3403}" dt="2026-04-14T19:10:39.198" v="37" actId="20577"/>
          <ac:spMkLst>
            <pc:docMk/>
            <pc:sldMk cId="2780025162" sldId="268"/>
            <ac:spMk id="2" creationId="{14618E17-361B-ED90-B307-5541ADAE28AB}"/>
          </ac:spMkLst>
        </pc:spChg>
        <pc:spChg chg="del">
          <ac:chgData name="маргарита чаплиц" userId="cf7eaca118a82b73" providerId="LiveId" clId="{3084F92C-A1C9-4DB8-8CF3-B185450A3403}" dt="2026-04-14T19:10:49.752" v="40" actId="478"/>
          <ac:spMkLst>
            <pc:docMk/>
            <pc:sldMk cId="2780025162" sldId="268"/>
            <ac:spMk id="3" creationId="{B4DC1D72-77B0-638F-D439-91653FABA72A}"/>
          </ac:spMkLst>
        </pc:spChg>
        <pc:picChg chg="add mod">
          <ac:chgData name="маргарита чаплиц" userId="cf7eaca118a82b73" providerId="LiveId" clId="{3084F92C-A1C9-4DB8-8CF3-B185450A3403}" dt="2026-04-14T19:10:46.553" v="39" actId="1076"/>
          <ac:picMkLst>
            <pc:docMk/>
            <pc:sldMk cId="2780025162" sldId="268"/>
            <ac:picMk id="4" creationId="{E2BE511E-B909-4995-14F1-EA59E7B924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4/15/2026</a:t>
            </a:fld>
            <a:endParaRPr lang="en-US" sz="160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D8710-18DC-41DB-A7F2-F5334C72E1A1}" type="datetimeFigureOut">
              <a:rPr lang="ru-RU" smtClean="0"/>
              <a:pPr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F4678-14DF-4817-8A12-9D11123A7B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2996952"/>
            <a:ext cx="7128792" cy="129614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Автоматизация учёта продаж билетов на кассе аэропорта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239350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2400" dirty="0">
                <a:latin typeface="Bahnschrift" pitchFamily="34" charset="0"/>
                <a:cs typeface="Times New Roman" panose="02020603050405020304" pitchFamily="18" charset="0"/>
              </a:rPr>
              <a:t>Министерство образования и науки Республики Башкортостан</a:t>
            </a:r>
            <a:br>
              <a:rPr lang="ru-RU" sz="2400" dirty="0">
                <a:latin typeface="Bahnschrift" pitchFamily="34" charset="0"/>
                <a:cs typeface="Times New Roman" panose="02020603050405020304" pitchFamily="18" charset="0"/>
              </a:rPr>
            </a:br>
            <a:r>
              <a:rPr lang="ru-RU" sz="2400" dirty="0">
                <a:latin typeface="Bahnschrift" pitchFamily="34" charset="0"/>
                <a:cs typeface="Times New Roman" panose="02020603050405020304" pitchFamily="18" charset="0"/>
              </a:rPr>
              <a:t>Государственное бюджетное профессиональное образовательное учреждение</a:t>
            </a:r>
            <a:br>
              <a:rPr lang="ru-RU" sz="2400" dirty="0">
                <a:latin typeface="Bahnschrift" pitchFamily="34" charset="0"/>
                <a:cs typeface="Times New Roman" panose="02020603050405020304" pitchFamily="18" charset="0"/>
              </a:rPr>
            </a:br>
            <a:r>
              <a:rPr lang="ru-RU" sz="2400" dirty="0">
                <a:latin typeface="Bahnschrift" pitchFamily="34" charset="0"/>
                <a:cs typeface="Times New Roman" panose="02020603050405020304" pitchFamily="18" charset="0"/>
              </a:rPr>
              <a:t>Уфимский колледж статистики, информатики и вычислительной техники</a:t>
            </a:r>
            <a:endParaRPr lang="ru-RU" sz="2400" dirty="0">
              <a:latin typeface="Bahnschrift" pitchFamily="34" charset="0"/>
            </a:endParaRPr>
          </a:p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4365104"/>
            <a:ext cx="914400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300192" y="5661248"/>
            <a:ext cx="2843808" cy="14401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444208" y="5229200"/>
            <a:ext cx="2483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" pitchFamily="34" charset="0"/>
              </a:rPr>
              <a:t>Курган Д.А. 19 ИС-1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0" y="2564904"/>
            <a:ext cx="914400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4139952" y="609329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" pitchFamily="34" charset="0"/>
              </a:rPr>
              <a:t>2022 г.</a:t>
            </a: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разработки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024336" cy="93610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2400" dirty="0">
                <a:latin typeface="Bahnschrift" pitchFamily="34" charset="0"/>
              </a:rPr>
              <a:t>Среда разработки </a:t>
            </a:r>
            <a:endParaRPr lang="en-US" sz="2400" dirty="0">
              <a:latin typeface="Bahnschrift" pitchFamily="34" charset="0"/>
            </a:endParaRPr>
          </a:p>
          <a:p>
            <a:pPr algn="ctr">
              <a:buNone/>
            </a:pPr>
            <a:r>
              <a:rPr lang="en-US" sz="2400" dirty="0">
                <a:latin typeface="Bahnschrift" pitchFamily="34" charset="0"/>
              </a:rPr>
              <a:t>Visual Studio</a:t>
            </a:r>
            <a:endParaRPr lang="ru-RU" sz="2400" dirty="0">
              <a:latin typeface="Bahnschrift" pitchFamily="34" charset="0"/>
            </a:endParaRPr>
          </a:p>
        </p:txBody>
      </p:sp>
      <p:pic>
        <p:nvPicPr>
          <p:cNvPr id="7" name="Содержимое 6" descr="pngwing.com (1)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084168" y="1772816"/>
            <a:ext cx="1800200" cy="1200133"/>
          </a:xfrm>
          <a:prstGeom prst="rect">
            <a:avLst/>
          </a:prstGeom>
          <a:noFill/>
        </p:spPr>
      </p:pic>
      <p:sp>
        <p:nvSpPr>
          <p:cNvPr id="1030" name="AutoShape 6" descr="в SQL, корпорация Майкрософт SQL сервер, в MySQ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 descr="toppng.com-microsoft-visual-studio-team-foundation-2013-licensing-470x22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59632" y="2060848"/>
            <a:ext cx="1781531" cy="86409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55576" y="2996952"/>
            <a:ext cx="2736304" cy="14401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одержимое 3"/>
          <p:cNvSpPr txBox="1">
            <a:spLocks/>
          </p:cNvSpPr>
          <p:nvPr/>
        </p:nvSpPr>
        <p:spPr>
          <a:xfrm>
            <a:off x="5796136" y="3068960"/>
            <a:ext cx="2448272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itchFamily="34" charset="0"/>
                <a:ea typeface="+mn-ea"/>
                <a:cs typeface="+mn-cs"/>
              </a:rPr>
              <a:t>СУБД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hnschrift" pitchFamily="34" charset="0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itchFamily="34" charset="0"/>
                <a:ea typeface="+mn-ea"/>
                <a:cs typeface="+mn-cs"/>
              </a:rPr>
              <a:t>SQL Server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hnschrift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084168" y="2996952"/>
            <a:ext cx="1872208" cy="14401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4" descr="Using UIModel Class For Binding In WPF - Digitteck"/>
          <p:cNvPicPr>
            <a:picLocks noChangeAspect="1" noChangeArrowheads="1"/>
          </p:cNvPicPr>
          <p:nvPr/>
        </p:nvPicPr>
        <p:blipFill>
          <a:blip r:embed="rId4" cstate="print"/>
          <a:srcRect l="22478" t="19096" r="29569"/>
          <a:stretch>
            <a:fillRect/>
          </a:stretch>
        </p:blipFill>
        <p:spPr bwMode="auto">
          <a:xfrm>
            <a:off x="4283968" y="4221088"/>
            <a:ext cx="1080120" cy="858015"/>
          </a:xfrm>
          <a:prstGeom prst="rect">
            <a:avLst/>
          </a:prstGeom>
          <a:noFill/>
        </p:spPr>
      </p:pic>
      <p:sp>
        <p:nvSpPr>
          <p:cNvPr id="14" name="Прямоугольник 13"/>
          <p:cNvSpPr/>
          <p:nvPr/>
        </p:nvSpPr>
        <p:spPr>
          <a:xfrm>
            <a:off x="3131840" y="5157192"/>
            <a:ext cx="3456384" cy="14401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одержимое 3"/>
          <p:cNvSpPr txBox="1">
            <a:spLocks/>
          </p:cNvSpPr>
          <p:nvPr/>
        </p:nvSpPr>
        <p:spPr>
          <a:xfrm>
            <a:off x="2915816" y="5229200"/>
            <a:ext cx="3816424" cy="100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Bahnschrift" pitchFamily="34" charset="0"/>
              </a:rPr>
              <a:t>Платформа разработки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hnschrift" pitchFamily="34" charset="0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itchFamily="34" charset="0"/>
                <a:ea typeface="+mn-ea"/>
                <a:cs typeface="+mn-cs"/>
              </a:rPr>
              <a:t>Visual Studio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hnschrift" pitchFamily="34" charset="0"/>
              <a:ea typeface="+mn-ea"/>
              <a:cs typeface="+mn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907704" y="1268760"/>
            <a:ext cx="5328592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91500" y="0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newsfla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Роли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67544" y="3068960"/>
            <a:ext cx="4038600" cy="204482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dirty="0">
                <a:latin typeface="Bahnschrift" pitchFamily="34" charset="0"/>
              </a:rPr>
              <a:t>Главный менеджер</a:t>
            </a:r>
          </a:p>
          <a:p>
            <a:pPr lvl="0"/>
            <a:r>
              <a:rPr lang="ru-RU" dirty="0">
                <a:latin typeface="Bahnschrift" pitchFamily="34" charset="0"/>
              </a:rPr>
              <a:t>просматривать все списки;</a:t>
            </a:r>
          </a:p>
          <a:p>
            <a:pPr lvl="0"/>
            <a:r>
              <a:rPr lang="ru-RU" dirty="0">
                <a:latin typeface="Bahnschrift" pitchFamily="34" charset="0"/>
              </a:rPr>
              <a:t>удалять рейсы;</a:t>
            </a:r>
          </a:p>
          <a:p>
            <a:pPr lvl="0"/>
            <a:r>
              <a:rPr lang="ru-RU" dirty="0">
                <a:latin typeface="Bahnschrift" pitchFamily="34" charset="0"/>
              </a:rPr>
              <a:t>добавлять новые рейсы;</a:t>
            </a:r>
          </a:p>
          <a:p>
            <a:pPr lvl="0"/>
            <a:r>
              <a:rPr lang="ru-RU" dirty="0">
                <a:latin typeface="Bahnschrift" pitchFamily="34" charset="0"/>
              </a:rPr>
              <a:t>создавать отчёт по выданным авиабилетам за период времени.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sz="half" idx="2"/>
          </p:nvPr>
        </p:nvSpPr>
        <p:spPr>
          <a:xfrm>
            <a:off x="4644008" y="3068960"/>
            <a:ext cx="4038600" cy="348498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dirty="0">
                <a:latin typeface="Bahnschrift" pitchFamily="34" charset="0"/>
              </a:rPr>
              <a:t>Кассир</a:t>
            </a:r>
          </a:p>
          <a:p>
            <a:pPr lvl="0"/>
            <a:r>
              <a:rPr lang="ru-RU" dirty="0">
                <a:latin typeface="Bahnschrift" pitchFamily="34" charset="0"/>
              </a:rPr>
              <a:t>просматривать список пассажиров;</a:t>
            </a:r>
          </a:p>
          <a:p>
            <a:pPr lvl="0"/>
            <a:r>
              <a:rPr lang="ru-RU" dirty="0">
                <a:latin typeface="Bahnschrift" pitchFamily="34" charset="0"/>
              </a:rPr>
              <a:t>просматривать список рейсов;</a:t>
            </a:r>
          </a:p>
          <a:p>
            <a:pPr lvl="0"/>
            <a:r>
              <a:rPr lang="ru-RU" dirty="0">
                <a:latin typeface="Bahnschrift" pitchFamily="34" charset="0"/>
              </a:rPr>
              <a:t>просматривать список авиабилетов;</a:t>
            </a:r>
          </a:p>
          <a:p>
            <a:pPr lvl="0"/>
            <a:r>
              <a:rPr lang="ru-RU" dirty="0">
                <a:latin typeface="Bahnschrift" pitchFamily="34" charset="0"/>
              </a:rPr>
              <a:t>добавлять новые авиабилеты;</a:t>
            </a:r>
          </a:p>
          <a:p>
            <a:pPr lvl="0"/>
            <a:r>
              <a:rPr lang="ru-RU" dirty="0">
                <a:latin typeface="Bahnschrift" pitchFamily="34" charset="0"/>
              </a:rPr>
              <a:t>изменять данные о пассажирах;</a:t>
            </a:r>
          </a:p>
          <a:p>
            <a:pPr lvl="0"/>
            <a:r>
              <a:rPr lang="ru-RU" dirty="0">
                <a:latin typeface="Bahnschrift" pitchFamily="34" charset="0"/>
              </a:rPr>
              <a:t>просматривать табличную часть пассажира;</a:t>
            </a:r>
          </a:p>
          <a:p>
            <a:pPr lvl="0"/>
            <a:r>
              <a:rPr lang="ru-RU" dirty="0">
                <a:latin typeface="Bahnschrift" pitchFamily="34" charset="0"/>
              </a:rPr>
              <a:t>удалять пассажиров;</a:t>
            </a:r>
          </a:p>
          <a:p>
            <a:pPr lvl="0"/>
            <a:r>
              <a:rPr lang="ru-RU" dirty="0">
                <a:latin typeface="Bahnschrift" pitchFamily="34" charset="0"/>
              </a:rPr>
              <a:t>изменять данные пассажиров;</a:t>
            </a:r>
          </a:p>
          <a:p>
            <a:pPr lvl="0"/>
            <a:r>
              <a:rPr lang="ru-RU" dirty="0">
                <a:latin typeface="Bahnschrift" pitchFamily="34" charset="0"/>
              </a:rPr>
              <a:t>создать авиабилет.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916832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 descr="Cashier icon"/>
          <p:cNvPicPr>
            <a:picLocks noChangeAspect="1" noChangeArrowheads="1"/>
          </p:cNvPicPr>
          <p:nvPr/>
        </p:nvPicPr>
        <p:blipFill>
          <a:blip r:embed="rId3" cstate="print"/>
          <a:srcRect l="23261" t="18900" r="24401" b="27101"/>
          <a:stretch>
            <a:fillRect/>
          </a:stretch>
        </p:blipFill>
        <p:spPr bwMode="auto">
          <a:xfrm>
            <a:off x="6228184" y="1916832"/>
            <a:ext cx="1036915" cy="1152128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3851920" y="1196752"/>
            <a:ext cx="144016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91500" y="0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newsfla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half" idx="1"/>
          </p:nvPr>
        </p:nvSpPr>
        <p:spPr>
          <a:xfrm>
            <a:off x="503600" y="1484784"/>
            <a:ext cx="4038600" cy="2764904"/>
          </a:xfrm>
        </p:spPr>
        <p:txBody>
          <a:bodyPr/>
          <a:lstStyle/>
          <a:p>
            <a:pPr>
              <a:buNone/>
            </a:pPr>
            <a:r>
              <a:rPr lang="ru-RU" dirty="0">
                <a:latin typeface="Bahnschrift" pitchFamily="34" charset="0"/>
              </a:rPr>
              <a:t>Входные:</a:t>
            </a:r>
          </a:p>
          <a:p>
            <a:pPr lvl="0"/>
            <a:r>
              <a:rPr lang="ru-RU" dirty="0">
                <a:latin typeface="Bahnschrift" pitchFamily="34" charset="0"/>
              </a:rPr>
              <a:t>список сотрудников;</a:t>
            </a:r>
          </a:p>
          <a:p>
            <a:pPr lvl="0"/>
            <a:r>
              <a:rPr lang="ru-RU" dirty="0">
                <a:latin typeface="Bahnschrift" pitchFamily="34" charset="0"/>
              </a:rPr>
              <a:t>список клиентов;</a:t>
            </a:r>
          </a:p>
          <a:p>
            <a:pPr lvl="0"/>
            <a:r>
              <a:rPr lang="ru-RU" dirty="0">
                <a:latin typeface="Bahnschrift" pitchFamily="34" charset="0"/>
              </a:rPr>
              <a:t>список рейсов.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>
          <a:xfrm>
            <a:off x="4680064" y="1484784"/>
            <a:ext cx="4038600" cy="2620888"/>
          </a:xfrm>
        </p:spPr>
        <p:txBody>
          <a:bodyPr/>
          <a:lstStyle/>
          <a:p>
            <a:pPr>
              <a:buNone/>
            </a:pPr>
            <a:r>
              <a:rPr lang="ru-RU" dirty="0">
                <a:latin typeface="Bahnschrift" pitchFamily="34" charset="0"/>
              </a:rPr>
              <a:t>Выходные:</a:t>
            </a:r>
          </a:p>
          <a:p>
            <a:pPr lvl="0"/>
            <a:r>
              <a:rPr lang="ru-RU" dirty="0">
                <a:latin typeface="Bahnschrift" pitchFamily="34" charset="0"/>
              </a:rPr>
              <a:t>авиабилет;</a:t>
            </a:r>
          </a:p>
          <a:p>
            <a:pPr lvl="0"/>
            <a:r>
              <a:rPr lang="ru-RU" dirty="0">
                <a:latin typeface="Bahnschrift" pitchFamily="34" charset="0"/>
              </a:rPr>
              <a:t>отчёт по выданным билетам за период времени.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419872" y="1268760"/>
            <a:ext cx="2232248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1500" y="0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105672"/>
            <a:ext cx="5472608" cy="2426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6300192" y="4537720"/>
            <a:ext cx="24482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" pitchFamily="34" charset="0"/>
              </a:rPr>
              <a:t>Авиабилет</a:t>
            </a:r>
          </a:p>
          <a:p>
            <a:r>
              <a:rPr lang="ru-RU" sz="2000" dirty="0">
                <a:latin typeface="Bahnschrift" pitchFamily="34" charset="0"/>
              </a:rPr>
              <a:t>Создаётся кассиром при добавлении билета</a:t>
            </a:r>
          </a:p>
        </p:txBody>
      </p:sp>
    </p:spTree>
  </p:cSld>
  <p:clrMapOvr>
    <a:masterClrMapping/>
  </p:clrMapOvr>
  <p:transition>
    <p:newsfla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412776"/>
            <a:ext cx="7324355" cy="51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899592" y="1196752"/>
            <a:ext cx="7272808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500" y="0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newsfla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прецедентов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99592" y="1268760"/>
            <a:ext cx="7272808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58595"/>
            <a:ext cx="8229600" cy="3809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500" y="0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newsfla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18E17-361B-ED90-B307-5541ADAE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Окно авторизации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BE511E-B909-4995-14F1-EA59E7B924C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3162" y="1429078"/>
            <a:ext cx="4517676" cy="5165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800251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</TotalTime>
  <Words>146</Words>
  <Application>Microsoft Office PowerPoint</Application>
  <PresentationFormat>Экран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Bahnschrift</vt:lpstr>
      <vt:lpstr>Calibri</vt:lpstr>
      <vt:lpstr>Тема Office</vt:lpstr>
      <vt:lpstr>Автоматизация учёта продаж билетов на кассе аэропорта</vt:lpstr>
      <vt:lpstr>Средства разработки</vt:lpstr>
      <vt:lpstr>Роли</vt:lpstr>
      <vt:lpstr>Данные</vt:lpstr>
      <vt:lpstr>Декомпозиция</vt:lpstr>
      <vt:lpstr>Диаграмма прецедентов</vt:lpstr>
      <vt:lpstr>Окно авторизации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учёта продаж билетов на кассе аэропорта</dc:title>
  <dc:creator>Дмитрий Курган</dc:creator>
  <cp:lastModifiedBy>маргарита чаплиц</cp:lastModifiedBy>
  <cp:revision>58</cp:revision>
  <dcterms:created xsi:type="dcterms:W3CDTF">2022-06-23T02:29:02Z</dcterms:created>
  <dcterms:modified xsi:type="dcterms:W3CDTF">2026-04-14T19:10:59Z</dcterms:modified>
</cp:coreProperties>
</file>